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8" r:id="rId2"/>
  </p:sldIdLst>
  <p:sldSz cx="13441363" cy="3565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50" d="100"/>
          <a:sy n="50" d="100"/>
        </p:scale>
        <p:origin x="2874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0171" y="583525"/>
            <a:ext cx="10081022" cy="1241331"/>
          </a:xfrm>
        </p:spPr>
        <p:txBody>
          <a:bodyPr anchor="b"/>
          <a:lstStyle>
            <a:lvl1pPr algn="ctr">
              <a:defRPr sz="3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0171" y="1872726"/>
            <a:ext cx="10081022" cy="860843"/>
          </a:xfrm>
        </p:spPr>
        <p:txBody>
          <a:bodyPr/>
          <a:lstStyle>
            <a:lvl1pPr marL="0" indent="0" algn="ctr">
              <a:buNone/>
              <a:defRPr sz="1248"/>
            </a:lvl1pPr>
            <a:lvl2pPr marL="237698" indent="0" algn="ctr">
              <a:buNone/>
              <a:defRPr sz="1040"/>
            </a:lvl2pPr>
            <a:lvl3pPr marL="475397" indent="0" algn="ctr">
              <a:buNone/>
              <a:defRPr sz="936"/>
            </a:lvl3pPr>
            <a:lvl4pPr marL="713095" indent="0" algn="ctr">
              <a:buNone/>
              <a:defRPr sz="832"/>
            </a:lvl4pPr>
            <a:lvl5pPr marL="950793" indent="0" algn="ctr">
              <a:buNone/>
              <a:defRPr sz="832"/>
            </a:lvl5pPr>
            <a:lvl6pPr marL="1188491" indent="0" algn="ctr">
              <a:buNone/>
              <a:defRPr sz="832"/>
            </a:lvl6pPr>
            <a:lvl7pPr marL="1426190" indent="0" algn="ctr">
              <a:buNone/>
              <a:defRPr sz="832"/>
            </a:lvl7pPr>
            <a:lvl8pPr marL="1663888" indent="0" algn="ctr">
              <a:buNone/>
              <a:defRPr sz="832"/>
            </a:lvl8pPr>
            <a:lvl9pPr marL="1901586" indent="0" algn="ctr">
              <a:buNone/>
              <a:defRPr sz="8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3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3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093" y="888906"/>
            <a:ext cx="11593176" cy="1483159"/>
          </a:xfrm>
        </p:spPr>
        <p:txBody>
          <a:bodyPr anchor="b"/>
          <a:lstStyle>
            <a:lvl1pPr>
              <a:defRPr sz="3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093" y="2386096"/>
            <a:ext cx="11593176" cy="779958"/>
          </a:xfrm>
        </p:spPr>
        <p:txBody>
          <a:bodyPr/>
          <a:lstStyle>
            <a:lvl1pPr marL="0" indent="0">
              <a:buNone/>
              <a:defRPr sz="1248">
                <a:solidFill>
                  <a:schemeClr val="tx1">
                    <a:tint val="82000"/>
                  </a:schemeClr>
                </a:solidFill>
              </a:defRPr>
            </a:lvl1pPr>
            <a:lvl2pPr marL="237698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2pPr>
            <a:lvl3pPr marL="475397" indent="0">
              <a:buNone/>
              <a:defRPr sz="936">
                <a:solidFill>
                  <a:schemeClr val="tx1">
                    <a:tint val="82000"/>
                  </a:schemeClr>
                </a:solidFill>
              </a:defRPr>
            </a:lvl3pPr>
            <a:lvl4pPr marL="713095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4pPr>
            <a:lvl5pPr marL="950793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5pPr>
            <a:lvl6pPr marL="1188491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6pPr>
            <a:lvl7pPr marL="1426190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7pPr>
            <a:lvl8pPr marL="1663888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8pPr>
            <a:lvl9pPr marL="1901586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11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4094" y="949156"/>
            <a:ext cx="5712579" cy="2262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4690" y="949156"/>
            <a:ext cx="5712579" cy="2262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2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44" y="189831"/>
            <a:ext cx="11593176" cy="6891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45" y="874049"/>
            <a:ext cx="5686326" cy="428358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698" indent="0">
              <a:buNone/>
              <a:defRPr sz="1040" b="1"/>
            </a:lvl2pPr>
            <a:lvl3pPr marL="475397" indent="0">
              <a:buNone/>
              <a:defRPr sz="936" b="1"/>
            </a:lvl3pPr>
            <a:lvl4pPr marL="713095" indent="0">
              <a:buNone/>
              <a:defRPr sz="832" b="1"/>
            </a:lvl4pPr>
            <a:lvl5pPr marL="950793" indent="0">
              <a:buNone/>
              <a:defRPr sz="832" b="1"/>
            </a:lvl5pPr>
            <a:lvl6pPr marL="1188491" indent="0">
              <a:buNone/>
              <a:defRPr sz="832" b="1"/>
            </a:lvl6pPr>
            <a:lvl7pPr marL="1426190" indent="0">
              <a:buNone/>
              <a:defRPr sz="832" b="1"/>
            </a:lvl7pPr>
            <a:lvl8pPr marL="1663888" indent="0">
              <a:buNone/>
              <a:defRPr sz="832" b="1"/>
            </a:lvl8pPr>
            <a:lvl9pPr marL="1901586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45" y="1302407"/>
            <a:ext cx="5686326" cy="1915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4690" y="874049"/>
            <a:ext cx="5714330" cy="428358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698" indent="0">
              <a:buNone/>
              <a:defRPr sz="1040" b="1"/>
            </a:lvl2pPr>
            <a:lvl3pPr marL="475397" indent="0">
              <a:buNone/>
              <a:defRPr sz="936" b="1"/>
            </a:lvl3pPr>
            <a:lvl4pPr marL="713095" indent="0">
              <a:buNone/>
              <a:defRPr sz="832" b="1"/>
            </a:lvl4pPr>
            <a:lvl5pPr marL="950793" indent="0">
              <a:buNone/>
              <a:defRPr sz="832" b="1"/>
            </a:lvl5pPr>
            <a:lvl6pPr marL="1188491" indent="0">
              <a:buNone/>
              <a:defRPr sz="832" b="1"/>
            </a:lvl6pPr>
            <a:lvl7pPr marL="1426190" indent="0">
              <a:buNone/>
              <a:defRPr sz="832" b="1"/>
            </a:lvl7pPr>
            <a:lvl8pPr marL="1663888" indent="0">
              <a:buNone/>
              <a:defRPr sz="832" b="1"/>
            </a:lvl8pPr>
            <a:lvl9pPr marL="1901586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4690" y="1302407"/>
            <a:ext cx="5714330" cy="1915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0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6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45" y="237702"/>
            <a:ext cx="4335189" cy="831956"/>
          </a:xfrm>
        </p:spPr>
        <p:txBody>
          <a:bodyPr anchor="b"/>
          <a:lstStyle>
            <a:lvl1pPr>
              <a:defRPr sz="1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330" y="513370"/>
            <a:ext cx="6804690" cy="2533834"/>
          </a:xfrm>
        </p:spPr>
        <p:txBody>
          <a:bodyPr/>
          <a:lstStyle>
            <a:lvl1pPr>
              <a:defRPr sz="1664"/>
            </a:lvl1pPr>
            <a:lvl2pPr>
              <a:defRPr sz="1456"/>
            </a:lvl2pPr>
            <a:lvl3pPr>
              <a:defRPr sz="1248"/>
            </a:lvl3pPr>
            <a:lvl4pPr>
              <a:defRPr sz="1040"/>
            </a:lvl4pPr>
            <a:lvl5pPr>
              <a:defRPr sz="1040"/>
            </a:lvl5pPr>
            <a:lvl6pPr>
              <a:defRPr sz="1040"/>
            </a:lvl6pPr>
            <a:lvl7pPr>
              <a:defRPr sz="1040"/>
            </a:lvl7pPr>
            <a:lvl8pPr>
              <a:defRPr sz="1040"/>
            </a:lvl8pPr>
            <a:lvl9pPr>
              <a:defRPr sz="10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45" y="1069657"/>
            <a:ext cx="4335189" cy="1981673"/>
          </a:xfrm>
        </p:spPr>
        <p:txBody>
          <a:bodyPr/>
          <a:lstStyle>
            <a:lvl1pPr marL="0" indent="0">
              <a:buNone/>
              <a:defRPr sz="832"/>
            </a:lvl1pPr>
            <a:lvl2pPr marL="237698" indent="0">
              <a:buNone/>
              <a:defRPr sz="728"/>
            </a:lvl2pPr>
            <a:lvl3pPr marL="475397" indent="0">
              <a:buNone/>
              <a:defRPr sz="624"/>
            </a:lvl3pPr>
            <a:lvl4pPr marL="713095" indent="0">
              <a:buNone/>
              <a:defRPr sz="520"/>
            </a:lvl4pPr>
            <a:lvl5pPr marL="950793" indent="0">
              <a:buNone/>
              <a:defRPr sz="520"/>
            </a:lvl5pPr>
            <a:lvl6pPr marL="1188491" indent="0">
              <a:buNone/>
              <a:defRPr sz="520"/>
            </a:lvl6pPr>
            <a:lvl7pPr marL="1426190" indent="0">
              <a:buNone/>
              <a:defRPr sz="520"/>
            </a:lvl7pPr>
            <a:lvl8pPr marL="1663888" indent="0">
              <a:buNone/>
              <a:defRPr sz="520"/>
            </a:lvl8pPr>
            <a:lvl9pPr marL="1901586" indent="0">
              <a:buNone/>
              <a:defRPr sz="5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1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45" y="237702"/>
            <a:ext cx="4335189" cy="831956"/>
          </a:xfrm>
        </p:spPr>
        <p:txBody>
          <a:bodyPr anchor="b"/>
          <a:lstStyle>
            <a:lvl1pPr>
              <a:defRPr sz="1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4330" y="513370"/>
            <a:ext cx="6804690" cy="2533834"/>
          </a:xfrm>
        </p:spPr>
        <p:txBody>
          <a:bodyPr anchor="t"/>
          <a:lstStyle>
            <a:lvl1pPr marL="0" indent="0">
              <a:buNone/>
              <a:defRPr sz="1664"/>
            </a:lvl1pPr>
            <a:lvl2pPr marL="237698" indent="0">
              <a:buNone/>
              <a:defRPr sz="1456"/>
            </a:lvl2pPr>
            <a:lvl3pPr marL="475397" indent="0">
              <a:buNone/>
              <a:defRPr sz="1248"/>
            </a:lvl3pPr>
            <a:lvl4pPr marL="713095" indent="0">
              <a:buNone/>
              <a:defRPr sz="1040"/>
            </a:lvl4pPr>
            <a:lvl5pPr marL="950793" indent="0">
              <a:buNone/>
              <a:defRPr sz="1040"/>
            </a:lvl5pPr>
            <a:lvl6pPr marL="1188491" indent="0">
              <a:buNone/>
              <a:defRPr sz="1040"/>
            </a:lvl6pPr>
            <a:lvl7pPr marL="1426190" indent="0">
              <a:buNone/>
              <a:defRPr sz="1040"/>
            </a:lvl7pPr>
            <a:lvl8pPr marL="1663888" indent="0">
              <a:buNone/>
              <a:defRPr sz="1040"/>
            </a:lvl8pPr>
            <a:lvl9pPr marL="1901586" indent="0">
              <a:buNone/>
              <a:defRPr sz="10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45" y="1069657"/>
            <a:ext cx="4335189" cy="1981673"/>
          </a:xfrm>
        </p:spPr>
        <p:txBody>
          <a:bodyPr/>
          <a:lstStyle>
            <a:lvl1pPr marL="0" indent="0">
              <a:buNone/>
              <a:defRPr sz="832"/>
            </a:lvl1pPr>
            <a:lvl2pPr marL="237698" indent="0">
              <a:buNone/>
              <a:defRPr sz="728"/>
            </a:lvl2pPr>
            <a:lvl3pPr marL="475397" indent="0">
              <a:buNone/>
              <a:defRPr sz="624"/>
            </a:lvl3pPr>
            <a:lvl4pPr marL="713095" indent="0">
              <a:buNone/>
              <a:defRPr sz="520"/>
            </a:lvl4pPr>
            <a:lvl5pPr marL="950793" indent="0">
              <a:buNone/>
              <a:defRPr sz="520"/>
            </a:lvl5pPr>
            <a:lvl6pPr marL="1188491" indent="0">
              <a:buNone/>
              <a:defRPr sz="520"/>
            </a:lvl6pPr>
            <a:lvl7pPr marL="1426190" indent="0">
              <a:buNone/>
              <a:defRPr sz="520"/>
            </a:lvl7pPr>
            <a:lvl8pPr marL="1663888" indent="0">
              <a:buNone/>
              <a:defRPr sz="520"/>
            </a:lvl8pPr>
            <a:lvl9pPr marL="1901586" indent="0">
              <a:buNone/>
              <a:defRPr sz="5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8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9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8975" y="189831"/>
            <a:ext cx="2898294" cy="30216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4094" y="189831"/>
            <a:ext cx="8526865" cy="30216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9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4094" y="189831"/>
            <a:ext cx="11593176" cy="689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4094" y="949156"/>
            <a:ext cx="11593176" cy="2262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094" y="3304714"/>
            <a:ext cx="3024307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AE656-93BD-4F3A-B6DE-C28E22D22EB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2452" y="3304714"/>
            <a:ext cx="4536460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2962" y="3304714"/>
            <a:ext cx="3024307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F57CD-71F9-45B3-8FF7-0E47D9B94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475397" rtl="0" eaLnBrk="1" latinLnBrk="0" hangingPunct="1">
        <a:lnSpc>
          <a:spcPct val="90000"/>
        </a:lnSpc>
        <a:spcBef>
          <a:spcPct val="0"/>
        </a:spcBef>
        <a:buNone/>
        <a:defRPr sz="22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849" indent="-118849" algn="l" defTabSz="475397" rtl="0" eaLnBrk="1" latinLnBrk="0" hangingPunct="1">
        <a:lnSpc>
          <a:spcPct val="90000"/>
        </a:lnSpc>
        <a:spcBef>
          <a:spcPts val="520"/>
        </a:spcBef>
        <a:buFont typeface="Arial" panose="020B0604020202020204" pitchFamily="34" charset="0"/>
        <a:buChar char="•"/>
        <a:defRPr sz="1456" kern="1200">
          <a:solidFill>
            <a:schemeClr val="tx1"/>
          </a:solidFill>
          <a:latin typeface="+mn-lt"/>
          <a:ea typeface="+mn-ea"/>
          <a:cs typeface="+mn-cs"/>
        </a:defRPr>
      </a:lvl1pPr>
      <a:lvl2pPr marL="356547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2pPr>
      <a:lvl3pPr marL="594246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3pPr>
      <a:lvl4pPr marL="831944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4pPr>
      <a:lvl5pPr marL="1069642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5pPr>
      <a:lvl6pPr marL="1307341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6pPr>
      <a:lvl7pPr marL="1545039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7pPr>
      <a:lvl8pPr marL="1782737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8pPr>
      <a:lvl9pPr marL="2020435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1pPr>
      <a:lvl2pPr marL="237698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2pPr>
      <a:lvl3pPr marL="475397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3pPr>
      <a:lvl4pPr marL="713095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4pPr>
      <a:lvl5pPr marL="950793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5pPr>
      <a:lvl6pPr marL="1188491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6pPr>
      <a:lvl7pPr marL="1426190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7pPr>
      <a:lvl8pPr marL="1663888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8pPr>
      <a:lvl9pPr marL="1901586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5BF73B-A4EE-06EC-FAC0-51E43424F1C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02915" y="-3307"/>
            <a:ext cx="4169664" cy="317296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9F0E8C3-CFD0-8809-5359-8179B9DA4648}"/>
              </a:ext>
            </a:extLst>
          </p:cNvPr>
          <p:cNvSpPr/>
          <p:nvPr/>
        </p:nvSpPr>
        <p:spPr>
          <a:xfrm>
            <a:off x="1717176" y="1556837"/>
            <a:ext cx="374515" cy="221474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3AE448-5BBB-7B13-C4DD-8BAE0584D911}"/>
              </a:ext>
            </a:extLst>
          </p:cNvPr>
          <p:cNvSpPr/>
          <p:nvPr/>
        </p:nvSpPr>
        <p:spPr>
          <a:xfrm>
            <a:off x="2810650" y="1556836"/>
            <a:ext cx="264539" cy="221474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98B6B-16F2-A10C-09C5-180CBE8C4229}"/>
              </a:ext>
            </a:extLst>
          </p:cNvPr>
          <p:cNvSpPr txBox="1"/>
          <p:nvPr/>
        </p:nvSpPr>
        <p:spPr>
          <a:xfrm>
            <a:off x="997329" y="950345"/>
            <a:ext cx="211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1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45A18-1346-52B9-DD29-1B1CFEEF6294}"/>
              </a:ext>
            </a:extLst>
          </p:cNvPr>
          <p:cNvSpPr txBox="1"/>
          <p:nvPr/>
        </p:nvSpPr>
        <p:spPr>
          <a:xfrm>
            <a:off x="2476969" y="950345"/>
            <a:ext cx="1478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2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80">
            <a:extLst>
              <a:ext uri="{FF2B5EF4-FFF2-40B4-BE49-F238E27FC236}">
                <a16:creationId xmlns:a16="http://schemas.microsoft.com/office/drawing/2014/main" id="{4AA303EB-BF0F-B436-5AB5-04FE62B3B619}"/>
              </a:ext>
            </a:extLst>
          </p:cNvPr>
          <p:cNvSpPr txBox="1"/>
          <p:nvPr/>
        </p:nvSpPr>
        <p:spPr>
          <a:xfrm rot="16200000">
            <a:off x="-1086424" y="1219023"/>
            <a:ext cx="2634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 (°)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0">
            <a:extLst>
              <a:ext uri="{FF2B5EF4-FFF2-40B4-BE49-F238E27FC236}">
                <a16:creationId xmlns:a16="http://schemas.microsoft.com/office/drawing/2014/main" id="{5EAEE878-06AC-64B4-C8E4-4474588DFDF0}"/>
              </a:ext>
            </a:extLst>
          </p:cNvPr>
          <p:cNvSpPr txBox="1"/>
          <p:nvPr/>
        </p:nvSpPr>
        <p:spPr>
          <a:xfrm>
            <a:off x="1353961" y="3008162"/>
            <a:ext cx="2634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Azimuth (°)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C2010B-307C-F0E2-1740-77B7535EBB0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26316" y="-3307"/>
            <a:ext cx="4169664" cy="3172968"/>
          </a:xfrm>
          <a:prstGeom prst="rect">
            <a:avLst/>
          </a:prstGeom>
        </p:spPr>
      </p:pic>
      <p:sp>
        <p:nvSpPr>
          <p:cNvPr id="13" name="文本框 80">
            <a:extLst>
              <a:ext uri="{FF2B5EF4-FFF2-40B4-BE49-F238E27FC236}">
                <a16:creationId xmlns:a16="http://schemas.microsoft.com/office/drawing/2014/main" id="{98FD2B4D-5BED-EEB8-E269-234A522446E0}"/>
              </a:ext>
            </a:extLst>
          </p:cNvPr>
          <p:cNvSpPr txBox="1"/>
          <p:nvPr/>
        </p:nvSpPr>
        <p:spPr>
          <a:xfrm rot="16200000">
            <a:off x="2777902" y="1233671"/>
            <a:ext cx="3870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(m/s)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0327AE-84F7-9A3B-E16E-D39C0CDA5AEB}"/>
              </a:ext>
            </a:extLst>
          </p:cNvPr>
          <p:cNvSpPr/>
          <p:nvPr/>
        </p:nvSpPr>
        <p:spPr>
          <a:xfrm>
            <a:off x="6208962" y="984054"/>
            <a:ext cx="374515" cy="875489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/>
          </a:p>
        </p:txBody>
      </p:sp>
      <p:sp>
        <p:nvSpPr>
          <p:cNvPr id="16" name="文本框 80">
            <a:extLst>
              <a:ext uri="{FF2B5EF4-FFF2-40B4-BE49-F238E27FC236}">
                <a16:creationId xmlns:a16="http://schemas.microsoft.com/office/drawing/2014/main" id="{C2104140-D56E-CA9B-9C49-FB3616B578BE}"/>
              </a:ext>
            </a:extLst>
          </p:cNvPr>
          <p:cNvSpPr txBox="1"/>
          <p:nvPr/>
        </p:nvSpPr>
        <p:spPr>
          <a:xfrm>
            <a:off x="5877362" y="3009309"/>
            <a:ext cx="2634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AoD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(°)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700522-BB20-F49C-636C-24E0485AE3E7}"/>
              </a:ext>
            </a:extLst>
          </p:cNvPr>
          <p:cNvSpPr/>
          <p:nvPr/>
        </p:nvSpPr>
        <p:spPr>
          <a:xfrm>
            <a:off x="5628008" y="984053"/>
            <a:ext cx="374515" cy="875489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F08B4-7FA5-6DBC-1935-CEFF357B2871}"/>
              </a:ext>
            </a:extLst>
          </p:cNvPr>
          <p:cNvSpPr txBox="1"/>
          <p:nvPr/>
        </p:nvSpPr>
        <p:spPr>
          <a:xfrm>
            <a:off x="4985165" y="435040"/>
            <a:ext cx="1347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67EC4-265E-43E0-B64C-9C0AB05A2BAF}"/>
              </a:ext>
            </a:extLst>
          </p:cNvPr>
          <p:cNvSpPr txBox="1"/>
          <p:nvPr/>
        </p:nvSpPr>
        <p:spPr>
          <a:xfrm>
            <a:off x="6122683" y="463812"/>
            <a:ext cx="1644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D740633-40B7-690A-4685-8C9543BCDF4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313652" y="-236771"/>
            <a:ext cx="4169664" cy="3406432"/>
          </a:xfrm>
          <a:prstGeom prst="rect">
            <a:avLst/>
          </a:prstGeom>
        </p:spPr>
      </p:pic>
      <p:sp>
        <p:nvSpPr>
          <p:cNvPr id="21" name="文本框 80">
            <a:extLst>
              <a:ext uri="{FF2B5EF4-FFF2-40B4-BE49-F238E27FC236}">
                <a16:creationId xmlns:a16="http://schemas.microsoft.com/office/drawing/2014/main" id="{C1CCC2C4-802B-77B2-50DE-9E38824B1E9E}"/>
              </a:ext>
            </a:extLst>
          </p:cNvPr>
          <p:cNvSpPr txBox="1"/>
          <p:nvPr/>
        </p:nvSpPr>
        <p:spPr>
          <a:xfrm rot="16200000">
            <a:off x="7824479" y="1220167"/>
            <a:ext cx="2634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ToF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(s)</a:t>
            </a:r>
          </a:p>
        </p:txBody>
      </p:sp>
      <p:sp>
        <p:nvSpPr>
          <p:cNvPr id="22" name="文本框 80">
            <a:extLst>
              <a:ext uri="{FF2B5EF4-FFF2-40B4-BE49-F238E27FC236}">
                <a16:creationId xmlns:a16="http://schemas.microsoft.com/office/drawing/2014/main" id="{A6589EB9-B530-0942-D10A-8E3CBA5EB757}"/>
              </a:ext>
            </a:extLst>
          </p:cNvPr>
          <p:cNvSpPr txBox="1"/>
          <p:nvPr/>
        </p:nvSpPr>
        <p:spPr>
          <a:xfrm>
            <a:off x="10264697" y="3009306"/>
            <a:ext cx="2634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Azimuth (°)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7D30E4-1107-48E8-FFE2-AE855CF9E555}"/>
              </a:ext>
            </a:extLst>
          </p:cNvPr>
          <p:cNvSpPr/>
          <p:nvPr/>
        </p:nvSpPr>
        <p:spPr>
          <a:xfrm>
            <a:off x="10551197" y="1973564"/>
            <a:ext cx="369651" cy="221474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04A0E6-E9AA-A8F9-F472-496D255799AE}"/>
              </a:ext>
            </a:extLst>
          </p:cNvPr>
          <p:cNvSpPr txBox="1"/>
          <p:nvPr/>
        </p:nvSpPr>
        <p:spPr>
          <a:xfrm>
            <a:off x="9847374" y="1219022"/>
            <a:ext cx="173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1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90E70-D9F8-0726-F3AF-897AF429D4C8}"/>
              </a:ext>
            </a:extLst>
          </p:cNvPr>
          <p:cNvSpPr txBox="1"/>
          <p:nvPr/>
        </p:nvSpPr>
        <p:spPr>
          <a:xfrm>
            <a:off x="11263370" y="2003116"/>
            <a:ext cx="1848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2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98769F-74F6-D31F-742A-10A14EA7E41B}"/>
              </a:ext>
            </a:extLst>
          </p:cNvPr>
          <p:cNvSpPr/>
          <p:nvPr/>
        </p:nvSpPr>
        <p:spPr>
          <a:xfrm>
            <a:off x="11630198" y="2646441"/>
            <a:ext cx="369651" cy="221474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DAD6737-5821-F6E1-FEA5-D2B279C10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9331" y="19944"/>
            <a:ext cx="548642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0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28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Bofan Li</dc:creator>
  <cp:lastModifiedBy>Bofan Li</cp:lastModifiedBy>
  <cp:revision>10</cp:revision>
  <dcterms:created xsi:type="dcterms:W3CDTF">2025-01-16T10:08:17Z</dcterms:created>
  <dcterms:modified xsi:type="dcterms:W3CDTF">2026-02-03T14:45:10Z</dcterms:modified>
</cp:coreProperties>
</file>